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71F6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840480" cy="3840480"/>
          </a:xfrm>
          <a:prstGeom prst="ellipse">
            <a:avLst/>
          </a:prstGeom>
          <a:solidFill>
            <a:srgbClr val="371F6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94360" cy="5943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21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Variables, Output Values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Local Values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D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detailed, example-driven walkthrough using Azure resources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128016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 ·  local  ·  output  —  the three HCL building blocks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728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parameterize?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picture: how variables, locals &amp; outputs fit into an Azure workflow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52360" y="1728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Declaring, typing, and supplying values from the outside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3145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derived, reusable values inside a configuration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154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52360" y="3145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results after `terraform apply`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00200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Azure Example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892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working together to deploy real infrastructure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43484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EDEA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5720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52360" y="4562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4892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keep configurations clean and safe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Blocks Fit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Terraform Azure configuration, data flows in, gets shaped internally, and results flow back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CFE8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supplied by the caller: CLI, .tfvars, environment variables, or defaults.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3429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DEA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4688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4B2E83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356616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inside the config from variables, resource attributes, or expressions.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3429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3E4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4688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9088" y="356616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azurerm_* resources are created using variables and locals as inputs.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429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5256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24688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3728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53728" y="356616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results are surfaced after apply — IDs, IPs, connection strings.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INPUT 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Are &amp; Why They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CFE8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a `variable` block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a configuration so the same code deploys to dev, test, or production Azure environments.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hardcoding values like region, VM size, or resource names directly in resource blocks.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strong typing: string, number, bool, list, map, object, and more.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a description, a default, and validation rules.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in the configuration as var.&lt;name&gt;.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1232" y="1801368"/>
            <a:ext cx="38313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"location"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string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"Azure region"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"East US"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inside a resource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"azurerm_resource_group" "rg"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"rg-demo"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var.location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INPUT 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Azure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 — declare typed inputs for an Azure resource group and VM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1055217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"resource_group_name"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"Name of the Azure resource group"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"rg-demo-app"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"vm_size"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string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"Standard_B2s"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    = contains(["Standard_B2s", "Standard_D2s_v3"], var.vm_size)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error_message = "vm_size must be an approved SKU."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"tags"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map(string)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 Environment = "Dev"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INPUT 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Supply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EAF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0078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Default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05740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directly in the variable block. Used if nothing else overrides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4672" y="2697480"/>
            <a:ext cx="4928616" cy="777240"/>
          </a:xfrm>
          <a:prstGeom prst="roundRect">
            <a:avLst>
              <a:gd name="adj" fmla="val 9412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60704" y="2898648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"East US"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EAF6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70078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.tfvars 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05740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or -var-file=prod.tfvars for per-environment values.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1112" y="2697480"/>
            <a:ext cx="4928616" cy="777240"/>
          </a:xfrm>
          <a:prstGeom prst="roundRect">
            <a:avLst>
              <a:gd name="adj" fmla="val 9412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67144" y="2898648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= "West Europe"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EAF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03250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CLI flag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single value at plan/apply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" y="5029200"/>
            <a:ext cx="4928616" cy="777240"/>
          </a:xfrm>
          <a:prstGeom prst="roundRect">
            <a:avLst>
              <a:gd name="adj" fmla="val 9412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60704" y="5230368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-var="location=West Europe"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DEAF6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403250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Environment variable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11112" y="438912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the variable name with TF_VAR_.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11112" y="5029200"/>
            <a:ext cx="4928616" cy="777240"/>
          </a:xfrm>
          <a:prstGeom prst="roundRect">
            <a:avLst>
              <a:gd name="adj" fmla="val 9412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67144" y="5230368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TF_VAR_location=westeurope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(highest to lowest): CLI -var  &gt;  -var-file  &gt;  *.auto.tfvars  &gt;  terraform.tfvars  &gt;  TF_VAR_ env  &gt;  default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LOCAL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Are &amp; Why They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DEA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a `locals` block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derived values once, from variables, resource attributes, or expressions — then reuse them everywhere.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set by the caller — locals are internal to the configuration (unlike variables).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naming conventions, common tag maps, and repeated string interpolation.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configurations DRY: change the logic in one place instead of many resource blocks.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as local.&lt;name&gt;.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1232" y="1801368"/>
            <a:ext cx="38313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env_short = "dev"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   = "${var.rg_name}-${local.env_short}"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inside a resource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"azurerm_storage_account" "sa"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"${local.prefix}sa"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LOCAL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Azure Example — Naming &amp; Tags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— build a consistent naming prefix and a shared tag map for every Azure resource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1055217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  = "dev"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naming_prefix = "${var.resource_group_name}-${local.environment}"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local.environment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= "AzureDemo"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"Terraform"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"azurerm_virtual_network" "vnet"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= "${local.naming_prefix}-vnet"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azurerm_resource_group.rg.name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         = azurerm_resource_group.rg.location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address_space       = ["10.0.0.0/16"]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               = local.common_tags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OUTPUT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Are &amp; Why They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4EFE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an `output` block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useful values after terraform apply — shown in the CLI and stored in state.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root module pass results (e.g. a VNet ID) into a child module, or another Terraform config via a data source.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such as resource IDs, IP addresses, connection strings, or hostnames.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sensitive = true to hide secrets like passwords from CLI output.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anytime with terraform output.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1232" y="1801368"/>
            <a:ext cx="38313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"rg_id"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"RG resource ID"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azurerm_resource_group.rg.id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"admin_password"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random_password.pwd.result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 =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OUTPUT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Azure Example — VM Deployment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outputs.tf — expose the public IP, private IP, and admin credentials of an Azure VM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1055217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"vm_public_ip"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"Public IP address of the Azure VM"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azurerm_public_ip.pip.ip_address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"vm_private_ip"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azurerm_network_interface.nic.private_ip_address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"vm_admin_password"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"Generated admin password"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random_password.vm_password.result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   =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CLI:  terraform output vm_public_ip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vs. Locals vs.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02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600200"/>
            <a:ext cx="3200400" cy="50292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7" name="Text 5"/>
          <p:cNvSpPr/>
          <p:nvPr/>
        </p:nvSpPr>
        <p:spPr>
          <a:xfrm>
            <a:off x="3355848" y="16002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3017520" cy="50292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9" name="Text 7"/>
          <p:cNvSpPr/>
          <p:nvPr/>
        </p:nvSpPr>
        <p:spPr>
          <a:xfrm>
            <a:off x="6556248" y="160020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64040" y="1600200"/>
            <a:ext cx="2331720" cy="502920"/>
          </a:xfrm>
          <a:prstGeom prst="rect">
            <a:avLst/>
          </a:prstGeom>
          <a:solidFill>
            <a:srgbClr val="4B2E83"/>
          </a:solidFill>
          <a:ln/>
        </p:spPr>
      </p:sp>
      <p:sp>
        <p:nvSpPr>
          <p:cNvPr id="11" name="Text 9"/>
          <p:cNvSpPr/>
          <p:nvPr/>
        </p:nvSpPr>
        <p:spPr>
          <a:xfrm>
            <a:off x="9573768" y="16002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2697480" cy="685800"/>
          </a:xfrm>
          <a:prstGeom prst="rect">
            <a:avLst/>
          </a:prstGeom>
          <a:solidFill>
            <a:srgbClr val="371F63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320040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{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2103120"/>
            <a:ext cx="30175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{ 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64040" y="2103120"/>
            <a:ext cx="23317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103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{ 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2697480" cy="685800"/>
          </a:xfrm>
          <a:prstGeom prst="rect">
            <a:avLst/>
          </a:prstGeom>
          <a:solidFill>
            <a:srgbClr val="371F63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88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8892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(user/module)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278892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788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internally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64040" y="2788920"/>
            <a:ext cx="2331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7889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after apply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2697480" cy="685800"/>
          </a:xfrm>
          <a:prstGeom prst="rect">
            <a:avLst/>
          </a:prstGeom>
          <a:solidFill>
            <a:srgbClr val="371F63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474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474720"/>
            <a:ext cx="320040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config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3474720"/>
            <a:ext cx="30175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64040" y="3474720"/>
            <a:ext cx="23317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34747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config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2697480" cy="685800"/>
          </a:xfrm>
          <a:prstGeom prst="rect">
            <a:avLst/>
          </a:prstGeom>
          <a:solidFill>
            <a:srgbClr val="371F63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60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46120" y="416052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var.name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4160520"/>
            <a:ext cx="3017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local.name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64040" y="4160520"/>
            <a:ext cx="2331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41605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(shown via CLI / module)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846320"/>
            <a:ext cx="2697480" cy="685800"/>
          </a:xfrm>
          <a:prstGeom prst="rect">
            <a:avLst/>
          </a:prstGeom>
          <a:solidFill>
            <a:srgbClr val="371F63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846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4846320"/>
            <a:ext cx="320040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4846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SKU, env name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46520" y="4846320"/>
            <a:ext cx="30175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846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tags, math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464040" y="4846320"/>
            <a:ext cx="2331720" cy="685800"/>
          </a:xfrm>
          <a:prstGeom prst="rect">
            <a:avLst/>
          </a:prstGeom>
          <a:solidFill>
            <a:srgbClr val="EDEAF6"/>
          </a:solidFill>
          <a:ln w="9525">
            <a:solidFill>
              <a:srgbClr val="DDDC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48463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IPs, secrets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Azure Example — Resource Group + VM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minimal deployment showing variable → local → resource → output in one 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492861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variables.tf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"rg_name"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"rg-demo-app"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"location"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"East US"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main.tf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= "${var.rg_name}-dev"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"azurerm_resource_group" "rg"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= local.prefix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= var.location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28232" y="1892808"/>
            <a:ext cx="492861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"azurerm_linux_virtual_machine" "vm"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= "${local.prefix}-vm"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azurerm_resource_group.rg.name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         = azurerm_resource_group.rg.location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               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var.vm_size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admin_username     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"azureuser"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outputs.tf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"vm_name"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azurerm_linux_virtual_machine.vm.name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6FD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"rg_id"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azurerm_resource_group.rg.id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6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1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Configurations Clean &amp; Safe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27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describe every variable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19019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type and description so callers know what to pass and validation catches mistakes early.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527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locals to stay DRY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03720" y="19019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computed more than once — naming prefixes, merged tag maps — belongs in a locals block.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9981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secrets sensitive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output touching passwords, keys, or connection strings should set sensitive = true.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27248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309981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files by purpose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03720" y="3474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variables.tf, main.tf, outputs.tf, and terraform.tfvars distinct for readability.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6725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variable input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97280" y="504748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blocks to reject invalid Azure regions, SKUs, or naming patterns up front.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700016"/>
            <a:ext cx="384048" cy="38404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46725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1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environment values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03720" y="504748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SKU, and naming should always flow from variables — not be baked into resource blocks.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  |  Variables · Locals · Outputs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371F6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206240" cy="4206240"/>
          </a:xfrm>
          <a:prstGeom prst="ellipse">
            <a:avLst/>
          </a:prstGeom>
          <a:solidFill>
            <a:srgbClr val="371F6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F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Blocks, One Clean Configuration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371F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values in from outside — region, SKU, environment name.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371F6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3200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reuse values internally — naming, tags, calculations.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371F6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E8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44348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results back out — IDs, IPs, and credentials after apply.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2026-09-22T04:22:21Z</dcterms:created>
  <dcterms:modified xsi:type="dcterms:W3CDTF">2026-09-22T04:22:21Z</dcterms:modified>
</cp:coreProperties>
</file>