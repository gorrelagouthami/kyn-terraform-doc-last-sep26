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1887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• INFRASTRUCTURE AS CODE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Remote State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why it matters, and how to manage it using Azure Blob Storage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walkthrough + step-by-step setup guide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Terraform State?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is a JSON file (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that records the mapping between your configuration and the real resources Terraform manages.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7004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06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resource IDs, metadata, and attribute values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7296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108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configuration → real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758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118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Terraform detect drift and plan accurate changes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1148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locally in the project directory by default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0" y="146304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18288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terraform.tfstate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metadata file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3063240"/>
            <a:ext cx="356616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 [ 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3630168"/>
            <a:ext cx="356616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9560" y="3630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 { 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4197096"/>
            <a:ext cx="356616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09560" y="41970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/ lineage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4764024"/>
            <a:ext cx="3566160" cy="457200"/>
          </a:xfrm>
          <a:prstGeom prst="rect">
            <a:avLst/>
          </a:prstGeom>
          <a:solidFill>
            <a:srgbClr val="F4F7FA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47640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sensitive attributes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 • Azure Blob Storage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Trouble with Local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Collaboration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file lives only on one machine — teammates can't see or apply against the same state.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Locking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688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running terraform apply at once can corrupt the state or apply conflicting changes.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97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Exposure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 contain plaintext secrets (passwords, keys) and typically isn't encrypted at rest locally.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97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Backup or History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377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deleted or corrupted local file means Terraform loses track of everything it manages.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 • Azure Blob Storage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Azure Blob Storage as a Backend?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Terraform remote backend stores state centrally and manages access to it. Azure Blob Storage is a natural fit for teams already running on Azure.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4505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&amp; Shared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52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authoritative state file every team member and CI pipeline reads from.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24505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State Locking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52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blob lease so only one operation can write at a time — no corruption.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9328" y="24505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325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at Rest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852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accounts encrypt data by default; supports customer-managed keys.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09651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4300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Versioning &amp; Soft Delete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4988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versioning lets you recover or audit prior state file revisions.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43400" y="39319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44568" y="409651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3776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(RBAC)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4988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who can read/write state using Azure RBAC, SAS tokens, or Entra ID.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39319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39328" y="409651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325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Extra Infrastructure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4988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already on Azure, no third-party service or extra cost is needed.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 • Azure Blob Storage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514600" cy="1188720"/>
          </a:xfrm>
          <a:prstGeom prst="roundRect">
            <a:avLst>
              <a:gd name="adj" fmla="val 692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944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CLI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64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 / plan / apply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2743200"/>
            <a:ext cx="2514600" cy="1188720"/>
          </a:xfrm>
          <a:prstGeom prst="roundRect">
            <a:avLst>
              <a:gd name="adj" fmla="val 692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2944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Account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3364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 backend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2743200"/>
            <a:ext cx="2514600" cy="1188720"/>
          </a:xfrm>
          <a:prstGeom prst="roundRect">
            <a:avLst>
              <a:gd name="adj" fmla="val 692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0" y="2944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Blob Container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364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"tfstate"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41080" y="2743200"/>
            <a:ext cx="2514600" cy="1188720"/>
          </a:xfrm>
          <a:prstGeom prst="roundRect">
            <a:avLst>
              <a:gd name="adj" fmla="val 6923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32520" y="2944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Blob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3364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prod.terraform.tfstate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81528" y="3319272"/>
            <a:ext cx="146304" cy="0"/>
          </a:xfrm>
          <a:prstGeom prst="line">
            <a:avLst/>
          </a:prstGeom>
          <a:noFill/>
          <a:ln w="2540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79008" y="3319272"/>
            <a:ext cx="146304" cy="0"/>
          </a:xfrm>
          <a:prstGeom prst="line">
            <a:avLst/>
          </a:prstGeom>
          <a:noFill/>
          <a:ln w="2540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76488" y="3319272"/>
            <a:ext cx="146304" cy="0"/>
          </a:xfrm>
          <a:prstGeom prst="line">
            <a:avLst/>
          </a:prstGeom>
          <a:noFill/>
          <a:ln w="2540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48640" y="4069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Lease-based lock is acquired on the state blob during writes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434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reads the backend { } block in your .tf files to locate the storage account and container.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00176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5001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plan/apply, it downloads the current state blob, acquires a lease (lock), and writes changes back.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568696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568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5686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lock is released when the operation completes — blocking any concurrent run in the meantime.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 • Azure Blob Storage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373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Azure subscription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8036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6974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 installed and authenticated (az login)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84048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6576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CLI installed (v1.x recommended)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8006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800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17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access to a resource group for the backend resources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 • Azure Blob Storage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Storage Account &amp; Container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73352"/>
            <a:ext cx="1060704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Resource group for backend resources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group create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rg-terraform-state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--location eastus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Storage account (name must be globally unique)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storage account create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tfstateXXXXX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--resource-group rg-terraform-state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--sku Standard_LRS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--encryption-services blob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Blob container to hold the state file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storage container create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tfstate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--account-name tfstateXXXXX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 • Azure Blob Storage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the Terraform Backend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675120" cy="2423160"/>
          </a:xfrm>
          <a:prstGeom prst="roundRect">
            <a:avLst>
              <a:gd name="adj" fmla="val 3019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73352"/>
            <a:ext cx="621792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main.tf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"azurerm"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resource_group_name  = "rg-terraform-state"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storage_account_name = "tfstateXXXXX"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       = "tfstate"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                 = "prod.terraform.tfstate"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52360" y="1508760"/>
            <a:ext cx="41605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2084832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45552" y="2029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"key" is the blob name — use one per environment (dev/stage/prod).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260604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45552" y="25511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here can't reference variables; use -backend-config for dynamic values.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3127248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45552" y="307238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this block to version control; it holds no secrets.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block only tells Terraform where to find the backend — it holds no credentials. Authentication is handled separately (next step), so this file is safe to commit alongside the rest of your configuration.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 • Azure Blob Storage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an Authentication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13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CLI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70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login session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918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for local development — Terraform reuses your CLI session.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16002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8288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6616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313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Principal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770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ARM_CLIENT_ID / SECRET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2918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CI/CD pipelines; credentials passed as environment variables.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6002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8288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313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Identity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770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System/User-assigned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2918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when running from an Azure VM, DevOps agent, or Azure pipeline.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52560" y="160020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1828800"/>
            <a:ext cx="365760" cy="365760"/>
          </a:xfrm>
          <a:prstGeom prst="ellipse">
            <a:avLst/>
          </a:prstGeom>
          <a:solidFill>
            <a:srgbClr val="5A647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354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2313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Key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2770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account key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32918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 set up but least secure — avoid for shared/production use.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 • Azure Blob Storage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Initialize and Migrate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81360" y="50292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675120" cy="3611880"/>
          </a:xfrm>
          <a:prstGeom prst="roundRect">
            <a:avLst>
              <a:gd name="adj" fmla="val 2025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73352"/>
            <a:ext cx="621792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init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Initializing the backend...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you want to copy existing state to the new backend?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"yes" to copy and continue.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a value: yes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Successfully configured the backend "azurerm"!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plan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apply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52360" y="1508760"/>
            <a:ext cx="41605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it worked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1031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storage blob list \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--container-name tfstate \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--account-name tfstateXXXXX \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 table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0960" y="3337560"/>
            <a:ext cx="3566160" cy="0"/>
          </a:xfrm>
          <a:prstGeom prst="line">
            <a:avLst/>
          </a:prstGeom>
          <a:noFill/>
          <a:ln w="12700">
            <a:solidFill>
              <a:srgbClr val="DDE4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0" y="352044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terraform.tfstate can now be deleted — Terraform reads and writes to the blob on every command going forward.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 • Azure Blob Storage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IT SAFELY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Locking &amp; 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Locking Works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azurerm backend automatically acquires a blob lease before writing state, and releases it when the operation finishes.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12724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terraform apply runs are blocked, not corrupted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81304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stuck lock can be released with terraform force-unlock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49884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434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configuration needed — locking is on by default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50876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21284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blob versioning + soft delete on the storage account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287121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8072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state file (key) per environment — never share one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52958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34655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with Azure RBAC and private endpoints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418795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41239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terraform.tfstate to version control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4846320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47823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diagnostic logging on the storage account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Remote State • Azure Blob Storage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State, Done Right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488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maps your config to real infrastructure — keeping it local doesn't scale for teams.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9260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gives you a shared, locked, encrypted backend with no extra infrastructure.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37033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7033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= storage account + container → backend block → authenticate → terraform init.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4805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4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automatically via blob lease; secure it with RBAC, versioning, and per-environment state files.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B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2026-09-23T10:35:45Z</dcterms:created>
  <dcterms:modified xsi:type="dcterms:W3CDTF">2026-09-23T10:35:45Z</dcterms:modified>
</cp:coreProperties>
</file>