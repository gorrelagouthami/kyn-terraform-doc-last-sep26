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097280"/>
            <a:ext cx="2011680" cy="2011680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675120" y="10972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Essentials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config · init · add · commit · push over SSH · branching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DevOps and platform engineers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Git Moves Your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edit on disk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80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7830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5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280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you are preparing (the index)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280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7830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5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280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history in .git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280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7830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5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280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copy on GitHub, GitLab, Azure Repos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clone holds the full history, so most commands work offline.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not diffs: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records the state of all tracked files.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local states: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modified, staged, committed. Only pushed commits are visible to teammates.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Config: Three Levels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--system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 user on the machine.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/etc/gitconfig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admin rights. Rarely used.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your user across all repos.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~/.gitconfig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identity and defaults belong.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--local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373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one repository only.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.git/config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when no flag is given.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Precedence: local overrides global, global overrides system. Use --local for a work email inside a specific repo while keeping a personal default globally.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Global Variables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 value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name stamped on every commit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Gopal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user.email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email; should match your Git host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gopal@example.com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init.defaultBranch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name created by git init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core.editor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for commit messages and rebases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 --wait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pull.rebase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Rebase instead of merge on git pull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core.autocrlf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Line-ending handling (true on Windows, input on Linux/macOS)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alias.&lt;name&gt;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Shortcuts for long 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alias.st = status -sb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and Inspecting Config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first: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refuses to make good commits without user.name and user.email.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 writes to ~/.gitconfig;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it to write to the current repo.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--list --show-origin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file each value comes from, ideal for debugging.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--unset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key; --edit opens the file directly.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2344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identity and defaults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"Gopal"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\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"gopal@example.com"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init.defaultBranch main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core.editor "code --wait"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pull.rebase true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 --show-origin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user.email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--unset core.editor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init: Create a Repository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hidden .git directory holding objects, refs, HEAD and config. The folder becomes a repo.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re-run: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not overwrite existing history.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remote instead: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downloads history and sets up origin automatically.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delete .git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you want to lose all history.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2344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my-app &amp;&amp; cd my-app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 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/my-app/.git/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 -b main   # set branch name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-a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  ..  .git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lives in .git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     -&gt; current branch pointer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   -&gt; repo-level settings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objects/  -&gt; commits, trees, blobs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refs/     -&gt; branches and tags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add: Stage Your Changes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exactly which changes go into the next commit.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file, a folder, or single hunks with -p.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often: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shows staged vs unstaged; git diff --staged shows what will be committed.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files: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secrets, build output and node_modules in .gitignore so they are never staged.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2344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# what changed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         # one file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src/ docs/        # folders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# everything here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-p                # pick hunks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         # review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file # unstage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 example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.terraform/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*.tfstate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commit: Record a Snapshot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=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snapshot + message + author + parent pointer, identified by a SHA-1/SHA-256 hash.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messages: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imperative subject (about 50 chars), blank line, then why the change was made.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focused: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logical change per commit makes reviews and reverts easy.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last commit: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--amend, but only before pushing.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2344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health check endpoint"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 "Fix typo"   # tracked files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--amend         # edit last one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Add health check endpoint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9f8e7d6 Initial commit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a1b2c3d     # inspect a commit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a1b2c3d   # safe undo (new commit)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Authentication: The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key pair. The private key stays on your machine; the public key is shared.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78608" y="11887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61488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761488" y="173736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private key to ssh-agent so you type the passphrase once per session.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0016" y="11887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82896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Register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173736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public key (.pub) into GitHub, GitLab or Azure DevOps.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21424" y="11887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04304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Connect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04304" y="173736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SSH remote URL (git@host:user/repo.git) and test with ssh -T.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SSH over HTTPS: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tokens to rotate in URLs, works well with automation, and keys can be revoked per device.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ed25519: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short, fast. Always set a passphrase.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Setup Step by Step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key (id_ed25519). Only the .pub file goes to the server.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commands in Git Bash or PowerShell; start the ssh-agent service first.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accounts: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Host aliases in ~/.ssh/config, each with its own IdentityFile.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greeting with your username. It is not a shell login.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2344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generate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ssh-keygen -t ed25519 -C "gopal@example.com"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start agent and add key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"$(ssh-agent -s)"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ssh-add ~/.ssh/id_ed25519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copy public key to your Git host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~/.ssh/id_ed25519.pub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test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-T git@github.com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gopal! You've successfully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 a Remote and Pushing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conventional name for your main remote.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(upstream)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local main to origin/main, so later git push and git pull need no arguments.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vs pull: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only downloads; pull = fetch + merge (or rebase).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push?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has commits you lack. Pull first, resolve, then push. Avoid --force on shared branches.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2344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link the remote (SSH URL)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\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git@github.com:user/my-app.git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push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afterwards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 an HTTPS remote to SSH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set-url origin \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git@github.com:user/my-app.git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Branching: Core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937760" cy="0"/>
          </a:xfrm>
          <a:prstGeom prst="line">
            <a:avLst/>
          </a:prstGeom>
          <a:noFill/>
          <a:ln w="25400">
            <a:solidFill>
              <a:srgbClr val="1F2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1426464"/>
            <a:ext cx="256032" cy="256032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426464"/>
            <a:ext cx="256032" cy="256032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15184" y="1426464"/>
            <a:ext cx="256032" cy="256032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21024" y="1426464"/>
            <a:ext cx="256032" cy="256032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6864" y="1426464"/>
            <a:ext cx="256032" cy="256032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41264" y="1426464"/>
            <a:ext cx="256032" cy="256032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554480"/>
            <a:ext cx="822960" cy="822960"/>
          </a:xfrm>
          <a:prstGeom prst="line">
            <a:avLst/>
          </a:prstGeom>
          <a:noFill/>
          <a:ln w="25400">
            <a:solidFill>
              <a:srgbClr val="F050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377440"/>
            <a:ext cx="1463040" cy="0"/>
          </a:xfrm>
          <a:prstGeom prst="line">
            <a:avLst/>
          </a:prstGeom>
          <a:noFill/>
          <a:ln w="25400">
            <a:solidFill>
              <a:srgbClr val="F050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4023360" y="1554480"/>
            <a:ext cx="731520" cy="822960"/>
          </a:xfrm>
          <a:prstGeom prst="line">
            <a:avLst/>
          </a:prstGeom>
          <a:noFill/>
          <a:ln w="25400">
            <a:solidFill>
              <a:srgbClr val="F050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2249424"/>
            <a:ext cx="256032" cy="256032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3824" y="2249424"/>
            <a:ext cx="256032" cy="256032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95344" y="2249424"/>
            <a:ext cx="256032" cy="256032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1005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089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a movable pointer (41 bytes) to a commit, so creating one is instant and cheap.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the branch you are on; new commits move that branch forward.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branch: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features and fixes, review through pull requests, keep main deployable.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flows: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branches, Git Flow, trunk-based development.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Commands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switch: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-c is the modern form of git checkout -b.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includes remote-tracking branches such as origin/main.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with -u the first time so the branch exists on the remote.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 deletes a merged branch; -D forces; delete remote with push --delete.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2344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                # list local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-a              # incl. remote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feature/login # create+switch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            # switch back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feature/login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old new      # rename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feature/login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--delete feature/login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track a teammate's branch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feature/api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Merging, Conflicts and Rebase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histories.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when main has not moved; otherwise a merge commit with two parents.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true history.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your commits on top of the target branch.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linear history.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rebase commits already pushed and shared.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2588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feature/login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conflict?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files: fix &lt;&lt;&lt;&lt; ==== &gt;&gt;&gt;&gt;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file.txt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--abort  # bail out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one-time setup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"Gopal"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"you@x.com"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ssh-keygen -t ed25519 -C "you@x.com"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.pub to GitHub, then: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-T git@github.com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project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-b main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&amp;&amp; git commit -m "Initial commit"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git@github.com:u/app.git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2344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daily flow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feature/login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...edit files...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login form"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feature/login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pull request, review, merge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feature/login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troubleshooting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Permission denied (publickey):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ssh-add -l ; check key on host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2026-09-24T04:00:25Z</dcterms:created>
  <dcterms:modified xsi:type="dcterms:W3CDTF">2026-09-24T04:00:25Z</dcterms:modified>
</cp:coreProperties>
</file>